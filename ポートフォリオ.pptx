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中原颯希" initials="中原颯希" lastIdx="1" clrIdx="0">
    <p:extLst>
      <p:ext uri="{19B8F6BF-5375-455C-9EA6-DF929625EA0E}">
        <p15:presenceInfo xmlns:p15="http://schemas.microsoft.com/office/powerpoint/2012/main" userId="中原颯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185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40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50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86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01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70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239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479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60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74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3131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9129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113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0437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36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74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23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B720D61-DB16-49D4-AB03-247FF68344FC}" type="datetimeFigureOut">
              <a:rPr kumimoji="1" lang="ja-JP" altLang="en-US" smtClean="0"/>
              <a:t>2025/4/24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B9BF376-A3E3-4A2F-8061-58744E4AE2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915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909A5B-0715-44EB-89F0-FBF2B1FDE3B2}"/>
              </a:ext>
            </a:extLst>
          </p:cNvPr>
          <p:cNvSpPr txBox="1"/>
          <p:nvPr/>
        </p:nvSpPr>
        <p:spPr>
          <a:xfrm>
            <a:off x="863599" y="1270001"/>
            <a:ext cx="3207929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kumimoji="1" lang="ja-JP" altLang="en-US" sz="2400" b="1" u="sng" dirty="0">
                <a:latin typeface="Consolas" panose="020B0609020204030204" pitchFamily="49" charset="0"/>
              </a:rPr>
              <a:t>名前</a:t>
            </a:r>
            <a:r>
              <a:rPr kumimoji="1" lang="ja-JP" altLang="en-US" sz="2400" b="1" dirty="0">
                <a:latin typeface="Consolas" panose="020B0609020204030204" pitchFamily="49" charset="0"/>
              </a:rPr>
              <a:t>：</a:t>
            </a:r>
            <a:r>
              <a:rPr lang="ja-JP" altLang="en-US" sz="3600" b="1" dirty="0">
                <a:latin typeface="Consolas" panose="020B0609020204030204" pitchFamily="49" charset="0"/>
              </a:rPr>
              <a:t>中原 颯希</a:t>
            </a:r>
            <a:endParaRPr kumimoji="1" lang="en-US" altLang="ja-JP" sz="3600" b="1" dirty="0"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592E9B-001C-4169-94C7-7B02D3BE1C60}"/>
              </a:ext>
            </a:extLst>
          </p:cNvPr>
          <p:cNvSpPr txBox="1"/>
          <p:nvPr/>
        </p:nvSpPr>
        <p:spPr>
          <a:xfrm>
            <a:off x="863599" y="2068851"/>
            <a:ext cx="5756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u="sng" dirty="0">
                <a:latin typeface="Consolas" panose="020B0609020204030204" pitchFamily="49" charset="0"/>
              </a:rPr>
              <a:t>学校</a:t>
            </a:r>
            <a:r>
              <a:rPr kumimoji="1" lang="ja-JP" altLang="en-US" sz="2400" b="1" dirty="0">
                <a:latin typeface="Consolas" panose="020B0609020204030204" pitchFamily="49" charset="0"/>
              </a:rPr>
              <a:t>：福岡情報</a:t>
            </a:r>
            <a:r>
              <a:rPr kumimoji="1" lang="en-US" altLang="ja-JP" sz="2400" b="1" dirty="0">
                <a:latin typeface="Consolas" panose="020B0609020204030204" pitchFamily="49" charset="0"/>
              </a:rPr>
              <a:t>IT</a:t>
            </a:r>
            <a:r>
              <a:rPr kumimoji="1" lang="ja-JP" altLang="en-US" sz="2400" b="1" dirty="0">
                <a:latin typeface="Consolas" panose="020B0609020204030204" pitchFamily="49" charset="0"/>
              </a:rPr>
              <a:t>クリエイター専門学校</a:t>
            </a:r>
            <a:endParaRPr kumimoji="1" lang="en-US" altLang="ja-JP" sz="2400" b="1" dirty="0"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7CDB5D-4D36-46A3-8587-22C96958BBAD}"/>
              </a:ext>
            </a:extLst>
          </p:cNvPr>
          <p:cNvSpPr txBox="1"/>
          <p:nvPr/>
        </p:nvSpPr>
        <p:spPr>
          <a:xfrm>
            <a:off x="863599" y="2683035"/>
            <a:ext cx="2509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latin typeface="Consolas" panose="020B0609020204030204" pitchFamily="49" charset="0"/>
              </a:rPr>
              <a:t>趣味</a:t>
            </a:r>
            <a:r>
              <a:rPr kumimoji="1" lang="ja-JP" altLang="en-US" sz="2400" b="1" dirty="0">
                <a:latin typeface="Consolas" panose="020B0609020204030204" pitchFamily="49" charset="0"/>
              </a:rPr>
              <a:t>：読書</a:t>
            </a:r>
            <a:r>
              <a:rPr kumimoji="1" lang="en-US" altLang="ja-JP" sz="2400" b="1" dirty="0">
                <a:latin typeface="Consolas" panose="020B0609020204030204" pitchFamily="49" charset="0"/>
              </a:rPr>
              <a:t>,</a:t>
            </a:r>
            <a:r>
              <a:rPr kumimoji="1" lang="ja-JP" altLang="en-US" sz="2400" b="1" dirty="0">
                <a:latin typeface="Consolas" panose="020B0609020204030204" pitchFamily="49" charset="0"/>
              </a:rPr>
              <a:t>配信</a:t>
            </a:r>
            <a:endParaRPr kumimoji="1" lang="en-US" altLang="ja-JP" sz="2400" b="1" dirty="0">
              <a:latin typeface="Consolas" panose="020B0609020204030204" pitchFamily="49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9BEC299-5F93-487E-9DC3-4E18A24FACA3}"/>
              </a:ext>
            </a:extLst>
          </p:cNvPr>
          <p:cNvSpPr txBox="1"/>
          <p:nvPr/>
        </p:nvSpPr>
        <p:spPr>
          <a:xfrm>
            <a:off x="863599" y="3297219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latin typeface="Consolas" panose="020B0609020204030204" pitchFamily="49" charset="0"/>
              </a:rPr>
              <a:t>出身</a:t>
            </a:r>
            <a:r>
              <a:rPr kumimoji="1" lang="ja-JP" altLang="en-US" sz="2400" b="1" dirty="0">
                <a:latin typeface="Consolas" panose="020B0609020204030204" pitchFamily="49" charset="0"/>
              </a:rPr>
              <a:t>：福岡県宗像市</a:t>
            </a:r>
            <a:endParaRPr kumimoji="1" lang="en-US" altLang="ja-JP" sz="2400" b="1" dirty="0">
              <a:latin typeface="Consolas" panose="020B06090202040302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9B70343-8689-4200-9429-853C2D00FFA3}"/>
              </a:ext>
            </a:extLst>
          </p:cNvPr>
          <p:cNvSpPr txBox="1"/>
          <p:nvPr/>
        </p:nvSpPr>
        <p:spPr>
          <a:xfrm>
            <a:off x="863599" y="39066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latin typeface="Consolas" panose="020B0609020204030204" pitchFamily="49" charset="0"/>
              </a:rPr>
              <a:t>スキル</a:t>
            </a:r>
            <a:endParaRPr kumimoji="1" lang="en-US" altLang="ja-JP" sz="2400" b="1" u="sng" dirty="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FD0D09D-795C-487D-A3C6-D6D083B6E069}"/>
              </a:ext>
            </a:extLst>
          </p:cNvPr>
          <p:cNvSpPr txBox="1"/>
          <p:nvPr/>
        </p:nvSpPr>
        <p:spPr>
          <a:xfrm>
            <a:off x="1417597" y="4525587"/>
            <a:ext cx="6343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latin typeface="Consolas" panose="020B0609020204030204" pitchFamily="49" charset="0"/>
              </a:rPr>
              <a:t>・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C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＃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/Unity(2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年半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)</a:t>
            </a:r>
          </a:p>
          <a:p>
            <a:r>
              <a:rPr kumimoji="1" lang="ja-JP" altLang="en-US" sz="2400" b="1" u="sng" dirty="0">
                <a:latin typeface="Consolas" panose="020B0609020204030204" pitchFamily="49" charset="0"/>
              </a:rPr>
              <a:t>・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C/C++(2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年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)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・</a:t>
            </a:r>
            <a:r>
              <a:rPr kumimoji="1" lang="en-US" altLang="ja-JP" sz="2400" b="1" u="sng" dirty="0" err="1">
                <a:latin typeface="Consolas" panose="020B0609020204030204" pitchFamily="49" charset="0"/>
              </a:rPr>
              <a:t>DxLib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(2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年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)</a:t>
            </a:r>
          </a:p>
          <a:p>
            <a:r>
              <a:rPr kumimoji="1" lang="ja-JP" altLang="en-US" sz="2400" b="1" u="sng" dirty="0">
                <a:latin typeface="Consolas" panose="020B0609020204030204" pitchFamily="49" charset="0"/>
              </a:rPr>
              <a:t>・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GitHub(2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年半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)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・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Photoshop(2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年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)</a:t>
            </a:r>
          </a:p>
          <a:p>
            <a:r>
              <a:rPr kumimoji="1" lang="ja-JP" altLang="en-US" sz="2400" b="1" u="sng" dirty="0">
                <a:latin typeface="Consolas" panose="020B0609020204030204" pitchFamily="49" charset="0"/>
              </a:rPr>
              <a:t>・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Illustrator(1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年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)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・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Maya/Blender(1</a:t>
            </a:r>
            <a:r>
              <a:rPr kumimoji="1" lang="ja-JP" altLang="en-US" sz="2400" b="1" u="sng" dirty="0">
                <a:latin typeface="Consolas" panose="020B0609020204030204" pitchFamily="49" charset="0"/>
              </a:rPr>
              <a:t>年</a:t>
            </a:r>
            <a:r>
              <a:rPr kumimoji="1" lang="en-US" altLang="ja-JP" sz="2400" b="1" u="sng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ED7FB23-F6B2-4D24-8966-BEF079F8AAF6}"/>
              </a:ext>
            </a:extLst>
          </p:cNvPr>
          <p:cNvSpPr txBox="1"/>
          <p:nvPr/>
        </p:nvSpPr>
        <p:spPr>
          <a:xfrm>
            <a:off x="863599" y="291266"/>
            <a:ext cx="10388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dirty="0"/>
              <a:t>○○○○プログラマー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2215641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521240-3173-4449-B208-B9A55AC73892}"/>
              </a:ext>
            </a:extLst>
          </p:cNvPr>
          <p:cNvSpPr txBox="1"/>
          <p:nvPr/>
        </p:nvSpPr>
        <p:spPr>
          <a:xfrm>
            <a:off x="4464784" y="2921168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6000" b="1" u="sng" dirty="0"/>
              <a:t>就活作品</a:t>
            </a:r>
          </a:p>
        </p:txBody>
      </p:sp>
    </p:spTree>
    <p:extLst>
      <p:ext uri="{BB962C8B-B14F-4D97-AF65-F5344CB8AC3E}">
        <p14:creationId xmlns:p14="http://schemas.microsoft.com/office/powerpoint/2010/main" val="265717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5BDC5C-3499-4A0F-8A75-7CE73291E2D0}"/>
              </a:ext>
            </a:extLst>
          </p:cNvPr>
          <p:cNvSpPr txBox="1"/>
          <p:nvPr/>
        </p:nvSpPr>
        <p:spPr>
          <a:xfrm>
            <a:off x="541866" y="465666"/>
            <a:ext cx="3843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b="1" u="sng" dirty="0"/>
              <a:t>最終制作作品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9124B0-8172-42BF-A84B-296AAAFC6481}"/>
              </a:ext>
            </a:extLst>
          </p:cNvPr>
          <p:cNvSpPr txBox="1"/>
          <p:nvPr/>
        </p:nvSpPr>
        <p:spPr>
          <a:xfrm>
            <a:off x="541866" y="1416005"/>
            <a:ext cx="4687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作品名　：</a:t>
            </a:r>
            <a:r>
              <a:rPr kumimoji="1" lang="en-US" altLang="ja-JP" sz="3200" dirty="0" err="1"/>
              <a:t>DairyLifeOnline</a:t>
            </a:r>
            <a:endParaRPr kumimoji="1" lang="ja-JP" altLang="en-US" sz="32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A1563C-B125-47D2-8D62-951A52C25E6A}"/>
              </a:ext>
            </a:extLst>
          </p:cNvPr>
          <p:cNvSpPr txBox="1"/>
          <p:nvPr/>
        </p:nvSpPr>
        <p:spPr>
          <a:xfrm>
            <a:off x="561366" y="2589325"/>
            <a:ext cx="327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ジャンル：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アクション</a:t>
            </a:r>
            <a:r>
              <a:rPr kumimoji="1" lang="en-US" altLang="ja-JP" dirty="0"/>
              <a:t>RPG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09D109-B17E-425E-AEDB-7FB06C38B304}"/>
              </a:ext>
            </a:extLst>
          </p:cNvPr>
          <p:cNvSpPr txBox="1"/>
          <p:nvPr/>
        </p:nvSpPr>
        <p:spPr>
          <a:xfrm>
            <a:off x="561365" y="3071957"/>
            <a:ext cx="409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開発環境：</a:t>
            </a:r>
            <a:r>
              <a:rPr kumimoji="1" lang="en-US" altLang="ja-JP" dirty="0"/>
              <a:t>C#/</a:t>
            </a:r>
            <a:r>
              <a:rPr kumimoji="1" lang="en-US" altLang="ja-JP" dirty="0" err="1"/>
              <a:t>Unity,GitHub,Blender</a:t>
            </a:r>
            <a:endParaRPr kumimoji="1"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7FADAFD-8C54-4182-9ACF-78CE74E25C40}"/>
              </a:ext>
            </a:extLst>
          </p:cNvPr>
          <p:cNvSpPr txBox="1"/>
          <p:nvPr/>
        </p:nvSpPr>
        <p:spPr>
          <a:xfrm>
            <a:off x="561364" y="3554589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対応機種：</a:t>
            </a:r>
            <a:r>
              <a:rPr kumimoji="1" lang="en-US" altLang="ja-JP" dirty="0"/>
              <a:t>PC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819E0E5-24AC-4FF4-8510-FD40FB2492AA}"/>
              </a:ext>
            </a:extLst>
          </p:cNvPr>
          <p:cNvSpPr txBox="1"/>
          <p:nvPr/>
        </p:nvSpPr>
        <p:spPr>
          <a:xfrm>
            <a:off x="561363" y="4042138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制作期間：約</a:t>
            </a:r>
            <a:r>
              <a:rPr kumimoji="1" lang="en-US" altLang="ja-JP" dirty="0"/>
              <a:t>6</a:t>
            </a:r>
            <a:r>
              <a:rPr kumimoji="1" lang="ja-JP" altLang="en-US" dirty="0"/>
              <a:t>ヶ月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6F786C-0749-46B1-B48E-71E812364055}"/>
              </a:ext>
            </a:extLst>
          </p:cNvPr>
          <p:cNvSpPr txBox="1"/>
          <p:nvPr/>
        </p:nvSpPr>
        <p:spPr>
          <a:xfrm>
            <a:off x="561363" y="4530308"/>
            <a:ext cx="451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制作期間：</a:t>
            </a:r>
            <a:r>
              <a:rPr kumimoji="1" lang="en-US" altLang="ja-JP" dirty="0"/>
              <a:t>2</a:t>
            </a:r>
            <a:r>
              <a:rPr kumimoji="1" lang="ja-JP" altLang="en-US" dirty="0"/>
              <a:t>年次</a:t>
            </a:r>
            <a:r>
              <a:rPr kumimoji="1" lang="en-US" altLang="ja-JP" dirty="0"/>
              <a:t>10</a:t>
            </a:r>
            <a:r>
              <a:rPr kumimoji="1" lang="ja-JP" altLang="en-US" dirty="0"/>
              <a:t>月中旬～</a:t>
            </a:r>
            <a:r>
              <a:rPr kumimoji="1" lang="en-US" altLang="ja-JP" dirty="0"/>
              <a:t>3</a:t>
            </a:r>
            <a:r>
              <a:rPr kumimoji="1" lang="ja-JP" altLang="en-US" dirty="0"/>
              <a:t>年次</a:t>
            </a:r>
            <a:r>
              <a:rPr kumimoji="1" lang="en-US" altLang="ja-JP" dirty="0"/>
              <a:t>4</a:t>
            </a:r>
            <a:r>
              <a:rPr kumimoji="1" lang="ja-JP" altLang="en-US" dirty="0"/>
              <a:t>月中旬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44C52EB-6881-49FB-BC0D-38A19E2FE732}"/>
              </a:ext>
            </a:extLst>
          </p:cNvPr>
          <p:cNvSpPr txBox="1"/>
          <p:nvPr/>
        </p:nvSpPr>
        <p:spPr>
          <a:xfrm>
            <a:off x="561361" y="501898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担当：プログラミング全部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EA71A8-515A-4780-A6FC-0D44017A39CF}"/>
              </a:ext>
            </a:extLst>
          </p:cNvPr>
          <p:cNvSpPr txBox="1"/>
          <p:nvPr/>
        </p:nvSpPr>
        <p:spPr>
          <a:xfrm>
            <a:off x="561361" y="5493200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</a:t>
            </a:r>
            <a:r>
              <a:rPr kumimoji="1" lang="ja-JP" altLang="en-US" dirty="0"/>
              <a:t>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E59C836-B843-43ED-8DD3-B84B47BDA857}"/>
              </a:ext>
            </a:extLst>
          </p:cNvPr>
          <p:cNvSpPr txBox="1"/>
          <p:nvPr/>
        </p:nvSpPr>
        <p:spPr>
          <a:xfrm>
            <a:off x="541866" y="5984246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動画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82066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05CB38-CDD8-4EEA-B050-D75B0C080FAF}"/>
              </a:ext>
            </a:extLst>
          </p:cNvPr>
          <p:cNvSpPr txBox="1"/>
          <p:nvPr/>
        </p:nvSpPr>
        <p:spPr>
          <a:xfrm>
            <a:off x="4272424" y="313267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b="1" u="sng" dirty="0"/>
              <a:t>ゲーム紹介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157583D-B807-4C94-AABE-54E1C45E3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05" y="1564079"/>
            <a:ext cx="2904678" cy="157205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43F3A8F-287A-4591-90D1-D84FE6CA1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617" y="1559079"/>
            <a:ext cx="2870104" cy="157205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004F3BA-A809-4607-8BFB-F212E196E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690" y="1559079"/>
            <a:ext cx="2894620" cy="157205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24BABA4-2D1A-4B89-9B16-2DAB1266F9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144" y="4425811"/>
            <a:ext cx="2890166" cy="157205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8D353F0-4DD5-4E83-9843-F4C5FB37F7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63" y="4425811"/>
            <a:ext cx="2894620" cy="157205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F7AF3421-06BF-4FE8-A1D0-D0B2A6AF54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071" y="4425811"/>
            <a:ext cx="2881354" cy="1572057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86586FA-267B-4D32-904F-43E5F7098EBB}"/>
              </a:ext>
            </a:extLst>
          </p:cNvPr>
          <p:cNvSpPr txBox="1"/>
          <p:nvPr/>
        </p:nvSpPr>
        <p:spPr>
          <a:xfrm>
            <a:off x="497705" y="3455306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敵を倒してレベルアップして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ステータスを増やし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8540430-6895-43BD-8F41-E05919565AA6}"/>
              </a:ext>
            </a:extLst>
          </p:cNvPr>
          <p:cNvSpPr txBox="1"/>
          <p:nvPr/>
        </p:nvSpPr>
        <p:spPr>
          <a:xfrm>
            <a:off x="5080337" y="345530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装備をそろえて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ステータスを上げ</a:t>
            </a:r>
            <a:endParaRPr kumimoji="1"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FC5D5BA-5048-47EC-9A20-6C3C9485657E}"/>
              </a:ext>
            </a:extLst>
          </p:cNvPr>
          <p:cNvSpPr txBox="1"/>
          <p:nvPr/>
        </p:nvSpPr>
        <p:spPr>
          <a:xfrm>
            <a:off x="9093589" y="3455305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上げたステータスで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ボスを圧倒する</a:t>
            </a:r>
          </a:p>
        </p:txBody>
      </p:sp>
    </p:spTree>
    <p:extLst>
      <p:ext uri="{BB962C8B-B14F-4D97-AF65-F5344CB8AC3E}">
        <p14:creationId xmlns:p14="http://schemas.microsoft.com/office/powerpoint/2010/main" val="338073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5BC23B-26CE-46E1-9E3A-355648F267E5}"/>
              </a:ext>
            </a:extLst>
          </p:cNvPr>
          <p:cNvSpPr txBox="1"/>
          <p:nvPr/>
        </p:nvSpPr>
        <p:spPr>
          <a:xfrm flipH="1">
            <a:off x="4359840" y="304800"/>
            <a:ext cx="3472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u="sng" dirty="0"/>
              <a:t>技術紹介</a:t>
            </a:r>
          </a:p>
        </p:txBody>
      </p:sp>
    </p:spTree>
    <p:extLst>
      <p:ext uri="{BB962C8B-B14F-4D97-AF65-F5344CB8AC3E}">
        <p14:creationId xmlns:p14="http://schemas.microsoft.com/office/powerpoint/2010/main" val="2472403778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420</TotalTime>
  <Words>161</Words>
  <Application>Microsoft Office PowerPoint</Application>
  <PresentationFormat>ワイド画面</PresentationFormat>
  <Paragraphs>29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Century Gothic</vt:lpstr>
      <vt:lpstr>Consolas</vt:lpstr>
      <vt:lpstr>Wingdings 3</vt:lpstr>
      <vt:lpstr>スライス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中原颯希</dc:creator>
  <cp:lastModifiedBy>中原颯希</cp:lastModifiedBy>
  <cp:revision>12</cp:revision>
  <dcterms:created xsi:type="dcterms:W3CDTF">2025-04-24T01:29:31Z</dcterms:created>
  <dcterms:modified xsi:type="dcterms:W3CDTF">2025-04-24T08:29:49Z</dcterms:modified>
</cp:coreProperties>
</file>